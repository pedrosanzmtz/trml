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The New Model of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Building a complete Rust CLI tool from scratch using only</a:t>
            </a:r>
          </a:p>
          <a:p>
            <a:pPr>
              <a:spcAft>
                <a:spcPts val="719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natural language conversation with Claude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Python Monterrey  •  March 26, 2026</a:t>
            </a:r>
          </a:p>
          <a:p>
            <a:pPr>
              <a:spcAft>
                <a:spcPts val="840"/>
              </a:spcAft>
              <a:defRPr sz="1600" b="1">
                <a:solidFill>
                  <a:srgbClr val="E2E8F0"/>
                </a:solidFill>
                <a:latin typeface="Calibri"/>
              </a:defRPr>
            </a:pPr>
            <a:r>
              <a:t>Pedro Sánchez Martínez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4572000"/>
            <a:ext cx="1828800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846320"/>
            <a:ext cx="1371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an Agent Different?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00400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Understands intent, plans</a:t>
            </a:r>
            <a:br/>
            <a:r>
              <a:t>approach, considers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Writes code, runs commands,</a:t>
            </a:r>
            <a:br/>
            <a:r>
              <a:t>searches the web, creates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200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Reads output, checks errors,</a:t>
            </a:r>
            <a:br/>
            <a:r>
              <a:t>verifies results, adapts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Not autocomplete. Not a chatbot. An autonomous agent that reasons, acts, and self-corrects.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50292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Suggests the next line of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486400"/>
            <a:ext cx="52120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48640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532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Claude Code /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52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Builds the entire feature autonomously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Claude Dispatch (Cowork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A collaborative workspace that spawns autonomous code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571D"/>
                </a:solidFill>
                <a:latin typeface="Calibri"/>
              </a:defRPr>
            </a:pPr>
            <a:r>
              <a:t>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926080"/>
            <a:ext cx="2560320" cy="54864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657600"/>
            <a:ext cx="2560320" cy="54864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iPad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389120"/>
            <a:ext cx="2560320" cy="54864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490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Natural</a:t>
            </a:r>
            <a:br/>
            <a:r>
              <a:t>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103120"/>
            <a:ext cx="27432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10312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346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Orchestrates tasks</a:t>
            </a:r>
            <a:br/>
            <a:r>
              <a:t>Routes to code sessions</a:t>
            </a:r>
            <a:br/>
            <a:r>
              <a:t>Manages context</a:t>
            </a:r>
            <a:br/>
            <a:r>
              <a:t>Reports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Runs in a Linux 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480560"/>
            <a:ext cx="2194560" cy="2743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Calibri"/>
              </a:defRPr>
            </a:pPr>
            <a:r>
              <a:t>Code Session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846320"/>
            <a:ext cx="2194560" cy="2743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Calibri"/>
              </a:defRPr>
            </a:pPr>
            <a:r>
              <a:t>Code Session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212080"/>
            <a:ext cx="2194560" cy="2743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5212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Calibri"/>
              </a:defRPr>
            </a:pPr>
            <a:r>
              <a:t>Code Session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E571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Git, Cargo,</a:t>
            </a:r>
            <a:br/>
            <a:r>
              <a:t>GitHub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103120"/>
            <a:ext cx="32004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571D"/>
                </a:solidFill>
                <a:latin typeface="Calibri"/>
              </a:defRPr>
            </a:pPr>
            <a:r>
              <a:t>YOUR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8346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MacBook Air M1 (8GB)</a:t>
            </a:r>
            <a:br/>
            <a:br/>
            <a:r>
              <a:t>• File system access</a:t>
            </a:r>
            <a:br/>
            <a:r>
              <a:t>• Git repositories</a:t>
            </a:r>
            <a:br/>
            <a:r>
              <a:t>• Cargo / Rust toolchain</a:t>
            </a:r>
            <a:br/>
            <a:r>
              <a:t>• GitHub CLI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943600"/>
            <a:ext cx="54864" cy="64008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9893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Key insight: You stay at the level of intent. The agent handles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What we built today, right here, during this talk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71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Server logs are massive. A single Kafka</a:t>
            </a: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node generates 70MB+ of logs per hour.</a:t>
            </a:r>
          </a:p>
          <a:p>
            <a:pPr>
              <a:spcAft>
                <a:spcPts val="420"/>
              </a:spcAft>
              <a:defRPr sz="8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When debugging, you need the signal:</a:t>
            </a: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errors, warnings, stack traces.</a:t>
            </a:r>
          </a:p>
          <a:p>
            <a:pPr>
              <a:spcAft>
                <a:spcPts val="420"/>
              </a:spcAft>
              <a:defRPr sz="8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Not 655,000 lines of heartbeats,</a:t>
            </a: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health checks, and routine INFO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4864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Solution: trml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A Rust CLI that compresses logs while</a:t>
            </a:r>
          </a:p>
          <a:p>
            <a:pPr>
              <a:spcAft>
                <a:spcPts val="420"/>
              </a:spcAft>
              <a:defRPr sz="1500" b="0">
                <a:solidFill>
                  <a:srgbClr val="E2E8F0"/>
                </a:solidFill>
                <a:latin typeface="Calibri"/>
              </a:defRPr>
            </a:pPr>
            <a:r>
              <a:t>keeping them actionable.</a:t>
            </a:r>
          </a:p>
          <a:p>
            <a:pPr>
              <a:spcAft>
                <a:spcPts val="420"/>
              </a:spcAft>
              <a:defRPr sz="8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Deduplicates repeated lines</a:t>
            </a:r>
          </a:p>
          <a:p>
            <a:pPr>
              <a:spcAft>
                <a:spcPts val="42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Filters by severity (keeps ERROR/WARN)</a:t>
            </a:r>
          </a:p>
          <a:p>
            <a:pPr>
              <a:spcAft>
                <a:spcPts val="42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Compresses stack traces</a:t>
            </a:r>
          </a:p>
          <a:p>
            <a:pPr>
              <a:spcAft>
                <a:spcPts val="42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Service-specific profiles</a:t>
            </a:r>
          </a:p>
          <a:p>
            <a:pPr>
              <a:spcAft>
                <a:spcPts val="42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Streaming pipeline (low memory)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entirely through conversation — iPhone/iPad → Claude Dispatch → MacBook Air M1 (8GB)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Idea to Production in One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39"/>
            <a:ext cx="457200" cy="457200"/>
          </a:xfrm>
          <a:prstGeom prst="ellipse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Named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Brainstormed short names</a:t>
            </a:r>
            <a:br/>
            <a:r>
              <a:t>(like RTK), checked GitHub</a:t>
            </a:r>
            <a:br/>
            <a:r>
              <a:t>&amp; crates.io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28016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146303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Set up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cargo init, git init,</a:t>
            </a:r>
            <a:br/>
            <a:r>
              <a:t>created GitHub repo</a:t>
            </a:r>
            <a:br/>
            <a:r>
              <a:t>pedrosanzmtz/trml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463039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Built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pipeline: dedup,</a:t>
            </a:r>
            <a:br/>
            <a:r>
              <a:t>filtering, stack traces,</a:t>
            </a:r>
            <a:br/>
            <a:r>
              <a:t>5 service profiles, 19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Benchmarked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Installed RTK, ran</a:t>
            </a:r>
            <a:br/>
            <a:r>
              <a:t>side-by-side comparison</a:t>
            </a:r>
            <a:br/>
            <a:r>
              <a:t>on same log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931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40" y="41148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Fixed bugs, added 8 new</a:t>
            </a:r>
            <a:br/>
            <a:r>
              <a:t>features, 4 new profiles,</a:t>
            </a:r>
            <a:br/>
            <a:r>
              <a:t>streaming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0" y="41148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Real-world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Downloaded 70MB logs</a:t>
            </a:r>
            <a:br/>
            <a:r>
              <a:t>from loghub, benchmarked</a:t>
            </a:r>
            <a:br/>
            <a:r>
              <a:t>both tools at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trml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0116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571D"/>
                </a:solidFill>
                <a:latin typeface="Calibri"/>
              </a:defRPr>
            </a:pPr>
            <a:r>
              <a:t>ANSI Strip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Remove color codes</a:t>
            </a:r>
            <a:br/>
            <a:r>
              <a:t>&amp; normalize whitespace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0116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Dedup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Collapse repeated lines</a:t>
            </a:r>
            <a:br/>
            <a:r>
              <a:t>[repeated xN]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20116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645920"/>
            <a:ext cx="20116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Severity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2860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Keep ERROR/WARN</a:t>
            </a:r>
            <a:br/>
            <a:r>
              <a:t>Sample INFO, drop DEBUG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645920"/>
            <a:ext cx="20116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645920"/>
            <a:ext cx="2011680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571D"/>
                </a:solidFill>
                <a:latin typeface="Calibri"/>
              </a:defRPr>
            </a:pPr>
            <a:r>
              <a:t>Stack Compress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2860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First + last frame</a:t>
            </a:r>
            <a:br/>
            <a:r>
              <a:t>[N frames hidden]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645920"/>
            <a:ext cx="20116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645920"/>
            <a:ext cx="20116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Profile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2860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Service-specific</a:t>
            </a:r>
            <a:br/>
            <a:r>
              <a:t>noise/signal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71D"/>
                </a:solidFill>
                <a:latin typeface="Calibri"/>
              </a:defRPr>
            </a:pPr>
            <a:r>
              <a:t>Before: 26 lines of NiFi 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34840"/>
            <a:ext cx="502920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INFO NiFi has started.</a:t>
            </a:r>
            <a:br/>
            <a:r>
              <a:t>INFO Loaded component: PutKafka</a:t>
            </a:r>
            <a:br/>
            <a:r>
              <a:t>INFO NiFi has started. [repeated...]</a:t>
            </a:r>
            <a:br/>
            <a:r>
              <a:t>ERROR Failed to send FlowFile to Kafka</a:t>
            </a:r>
            <a:br/>
            <a:r>
              <a:t>  at Sender.run(Sender.java:238)</a:t>
            </a:r>
            <a:br/>
            <a:r>
              <a:t>  at RecordAccumulator...</a:t>
            </a:r>
            <a:br/>
            <a:r>
              <a:t>  at NetworkClient...</a:t>
            </a:r>
            <a:br/>
            <a:r>
              <a:t>  at Thread.run(Thread.java:748)</a:t>
            </a:r>
            <a:br/>
            <a:r>
              <a:t>WARN Queue is full (10000/10000)</a:t>
            </a:r>
            <a:br/>
            <a:r>
              <a:t>... (17 more INFO lines)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After: 6 lines (77% reduction)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34840"/>
            <a:ext cx="502920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526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INFO NiFi has started.</a:t>
            </a:r>
            <a:br/>
            <a:r>
              <a:t>ERROR Failed to send FlowFile to Kafka</a:t>
            </a:r>
            <a:br/>
            <a:r>
              <a:t>  TimeoutException: Failed to update</a:t>
            </a:r>
            <a:br/>
            <a:r>
              <a:t>    metadata after 60000 ms.</a:t>
            </a:r>
            <a:br/>
            <a:r>
              <a:t>  at Sender.run(Sender.java:238)</a:t>
            </a:r>
            <a:br/>
            <a:r>
              <a:t>  at Thread.run(Thread.java:748)</a:t>
            </a:r>
            <a:br/>
            <a:r>
              <a:t>WARN Queue is full (10000/10000)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Rust for CLI Tools?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210312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571D"/>
                </a:solidFill>
                <a:latin typeface="Calibri"/>
              </a:defRPr>
            </a:pPr>
            <a:r>
              <a:t>Zero-Cost Abstractions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The streaming pipeline processes 70MB of logs in 1.5s.</a:t>
            </a:r>
            <a:br/>
            <a:r>
              <a:t>No garbage collector pauses. No runtime overhead.</a:t>
            </a:r>
            <a:br/>
            <a:r>
              <a:t>Iterators compile to the same code you'd write in 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4864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Single Binary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cargo build --release produces one static binary.</a:t>
            </a:r>
            <a:br/>
            <a:r>
              <a:t>No Python virtualenv. No Node.js runtime. No Docker.</a:t>
            </a:r>
            <a:br/>
            <a:r>
              <a:t>Just scp it to the server and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Memory Safety Without 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Processing 655K lines without loading them all into memory.</a:t>
            </a:r>
            <a:br/>
            <a:r>
              <a:t>Borrow checker catches buffer overflows at compile time.</a:t>
            </a:r>
            <a:br/>
            <a:r>
              <a:t>Perfect for tools that run on production servers.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4864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Ecosystem for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clap for argument parsing, serde for config files,</a:t>
            </a:r>
            <a:br/>
            <a:r>
              <a:t>regex for pattern matching, crossterm for colors.</a:t>
            </a:r>
            <a:br/>
            <a:r>
              <a:t>Batteries included, zero boilerplate.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Python + Rust: Better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Write performance-critical code in Rust, call it from Python via PyO3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45720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71D"/>
                </a:solidFill>
                <a:latin typeface="Calibri"/>
              </a:defRPr>
            </a:pPr>
            <a:r>
              <a:t>Real Example: htg (srtm-rs)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SRTM elevation service — Python was fast but heavy (16Gi in prod)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926080"/>
            <a:ext cx="146304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E571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faster in</a:t>
            </a:r>
            <a:br/>
            <a:r>
              <a:t>worst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926080"/>
            <a:ext cx="146304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Calibri"/>
              </a:defRPr>
            </a:pPr>
            <a:r>
              <a:t>300Mi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vs 16Gi in</a:t>
            </a:r>
            <a:br/>
            <a:r>
              <a:t>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926080"/>
            <a:ext cx="146304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971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&lt;10ms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74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query</a:t>
            </a:r>
            <a:br/>
            <a:r>
              <a:t>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297680"/>
            <a:ext cx="493776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onsolas"/>
              </a:defRPr>
            </a:pPr>
            <a:r>
              <a:t>pip install srtm-rs</a:t>
            </a:r>
            <a:br/>
            <a:br/>
            <a:r>
              <a:t>import srtm_rs</a:t>
            </a:r>
            <a:br/>
            <a:r>
              <a:t>service = srtm_rs.SrtmService("/data/srtm")</a:t>
            </a:r>
            <a:br/>
            <a:r>
              <a:t>elevation = service.get_elevation(35.36, 138.72)</a:t>
            </a:r>
            <a:br/>
            <a:r>
              <a:t>print(f"Mt. Fuji: {elevation}m")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51206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54864" cy="45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Pattern: PyO3 + Maturin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60320"/>
            <a:ext cx="4572000" cy="109728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651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Rust handles the heavy lifting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175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Parsing, computation, memory management,</a:t>
            </a:r>
            <a:br/>
            <a:r>
              <a:t>concurrency — where performance matters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840479"/>
            <a:ext cx="4572000" cy="109728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93191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Python stays as the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29767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Familiar API, pip install, type hints,</a:t>
            </a:r>
            <a:br/>
            <a:r>
              <a:t>integrates with your existing codebase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5120640"/>
            <a:ext cx="4572000" cy="109728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521207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trml could do this too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577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pip install trml → from trml import compress</a:t>
            </a:r>
            <a:br/>
            <a:r>
              <a:t>Rust speed, Python convenience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github.com/pedrosanzmtz/htg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Real-World Benchmarks: trml vs RTK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Tested on log files from loghub (Zenodo) — real production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40280" cy="4572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1965960" cy="4572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54480"/>
            <a:ext cx="2240280" cy="4572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54480"/>
            <a:ext cx="2240280" cy="4572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RTK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554480"/>
            <a:ext cx="1783080" cy="45720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572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trml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488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Nginx</a:t>
            </a:r>
            <a:br/>
            <a:r>
              <a:t>(access log)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103120"/>
            <a:ext cx="19659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1488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51,462 lines</a:t>
            </a:r>
            <a:br/>
            <a:r>
              <a:t>7.6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031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488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22,723 lines</a:t>
            </a:r>
            <a:br/>
            <a:r>
              <a:t>55.8% reduction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1031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1488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4 lines</a:t>
            </a:r>
            <a:br/>
            <a:r>
              <a:t>~100% (digest)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103120"/>
            <a:ext cx="17830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488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172ms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175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0632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Apache</a:t>
            </a:r>
            <a:br/>
            <a:r>
              <a:t>(error log)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017520"/>
            <a:ext cx="196596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0632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56,481 lines</a:t>
            </a:r>
            <a:br/>
            <a:r>
              <a:t>4.9 MB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175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0632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31,266 lines</a:t>
            </a:r>
            <a:br/>
            <a:r>
              <a:t>44.6% reduction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0175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0632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25 lines</a:t>
            </a:r>
            <a:br/>
            <a:r>
              <a:t>~100% (digest)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017520"/>
            <a:ext cx="17830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0632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87ms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9319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9776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Zookeeper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3931920"/>
            <a:ext cx="19659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74,380 lines</a:t>
            </a:r>
            <a:br/>
            <a:r>
              <a:t>9.9 MB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9319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9776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53,779 lines</a:t>
            </a:r>
            <a:br/>
            <a:r>
              <a:t>27.7% reduction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3931920"/>
            <a:ext cx="2240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39776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25 lines</a:t>
            </a:r>
            <a:br/>
            <a:r>
              <a:t>~100% (digest)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3931920"/>
            <a:ext cx="17830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9776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170ms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8463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SSH</a:t>
            </a:r>
            <a:br/>
            <a:r>
              <a:t>(auth log)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846320"/>
            <a:ext cx="196596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655,146 lines</a:t>
            </a:r>
            <a:br/>
            <a:r>
              <a:t>70 MB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8463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E571D"/>
                </a:solidFill>
                <a:latin typeface="Calibri"/>
              </a:defRPr>
            </a:pPr>
            <a:r>
              <a:t>654,968 lines</a:t>
            </a:r>
            <a:br/>
            <a:r>
              <a:t>~0% reduction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846320"/>
            <a:ext cx="22402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25 lines</a:t>
            </a:r>
            <a:br/>
            <a:r>
              <a:t>~100% (digest)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846320"/>
            <a:ext cx="1783080" cy="822960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4892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1,464ms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58978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RTK answers "how bad is it?" (summary digest, always ~25 lines)</a:t>
            </a:r>
          </a:p>
          <a:p>
            <a:pPr>
              <a:spcAft>
                <a:spcPts val="70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trml answers "what happened?" (filtered log stream, preserves context for debugging)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What's Next for trml?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571D"/>
                </a:solidFill>
                <a:latin typeface="Calibri"/>
              </a:defRPr>
            </a:pPr>
            <a:r>
              <a:t>Known Gaps (from benchmarks)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93776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571D"/>
                </a:solidFill>
                <a:latin typeface="Calibri"/>
              </a:defRPr>
            </a:pPr>
            <a:r>
              <a:t>SSH auth logs — 0%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Every line is unique (different IPs).</a:t>
            </a:r>
            <a:br/>
            <a:r>
              <a:t>Needs pattern normalization before dedup.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493776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571D"/>
                </a:solidFill>
                <a:latin typeface="Calibri"/>
              </a:defRPr>
            </a:pPr>
            <a:r>
              <a:t>Nginx access logs — still 22K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severity keywords to filter on.</a:t>
            </a:r>
            <a:br/>
            <a:r>
              <a:t>Need to treat HTTP status codes as severity.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029200"/>
            <a:ext cx="4937760" cy="1188720"/>
          </a:xfrm>
          <a:prstGeom prst="rect">
            <a:avLst/>
          </a:prstGeom>
          <a:solidFill>
            <a:srgbClr val="2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571D"/>
                </a:solidFill>
                <a:latin typeface="Calibri"/>
              </a:defRPr>
            </a:pPr>
            <a:r>
              <a:t>Zookeeper — only 27%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Thread IDs make identical WARNs unique.</a:t>
            </a:r>
            <a:br/>
            <a:r>
              <a:t>Profile should strip IDs before comparing.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4864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Future Possibilities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Pre-built binaries (GitHub Actions CI/CD)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Publish to crates.io for easy install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Homebrew formula for macOS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More profiles: Docker, systemd,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WASM build for browser-based log 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MCP server integration for 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Plugin system for custom transforms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 Real-time dashboard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Accomplished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E571D"/>
                </a:solidFill>
                <a:latin typeface="Calibri"/>
              </a:defRPr>
            </a:pPr>
            <a:r>
              <a:t>~20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463040"/>
            <a:ext cx="3383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6B6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conversation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383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keystrokes</a:t>
            </a:r>
            <a:br/>
            <a:r>
              <a:t>on the 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69848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Complete Rust CLI tool with 16+ tests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GitHub repo with README, benchmarks, and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Streaming architecture handling 70MB+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9 service profiles (NiFi, Kafka, MongoDB, Nginx, etc.)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Real-world benchmark comparison against RTK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✓  This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Developer's Evolving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Write every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Debug every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Copy-paste from Stack Overflow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Manual git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Hours of boilerplate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3832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463040"/>
            <a:ext cx="3383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Describe intent clearly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Review agent's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Guide architecture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Focus on the "why"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Minutes to working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3832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3832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Skills That Matter More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System design thinking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Clear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Code review &amp; judgment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Domain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Knowing what to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The best developers won't be replaced by AI — they'll be amplified by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Try it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017520"/>
            <a:ext cx="7589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github.com/pedrosanzmtz/trml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project we built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71D"/>
                </a:solidFill>
                <a:latin typeface="Calibri"/>
              </a:defRPr>
            </a:pPr>
            <a:r>
              <a:t>claude.ai/download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Get Claude Desktop (includes Dispatch)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docs.anthropic.com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Claude Code &amp; Agent SDK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Pedro Sánchez Martínez  •  Python Monterrey  •  March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6217920"/>
            <a:ext cx="2103120" cy="54864"/>
          </a:xfrm>
          <a:prstGeom prst="rect">
            <a:avLst/>
          </a:prstGeom>
          <a:solidFill>
            <a:srgbClr val="DE5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6355080"/>
            <a:ext cx="1554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